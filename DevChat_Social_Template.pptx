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10288588" cy="10288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D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>
        <p:scale>
          <a:sx n="62" d="100"/>
          <a:sy n="62" d="100"/>
        </p:scale>
        <p:origin x="3056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9DB732-A2C6-B544-8741-1EE3E738D3A2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D622C5-FF4C-4D4F-9AC8-3A787637790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856098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644" y="1683804"/>
            <a:ext cx="8745300" cy="3581953"/>
          </a:xfrm>
        </p:spPr>
        <p:txBody>
          <a:bodyPr anchor="b"/>
          <a:lstStyle>
            <a:lvl1pPr algn="ctr">
              <a:defRPr sz="67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6074" y="5403891"/>
            <a:ext cx="7716441" cy="2484026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441" indent="0" algn="ctr">
              <a:buNone/>
              <a:defRPr sz="2250"/>
            </a:lvl2pPr>
            <a:lvl3pPr marL="1028883" indent="0" algn="ctr">
              <a:buNone/>
              <a:defRPr sz="2025"/>
            </a:lvl3pPr>
            <a:lvl4pPr marL="1543324" indent="0" algn="ctr">
              <a:buNone/>
              <a:defRPr sz="1800"/>
            </a:lvl4pPr>
            <a:lvl5pPr marL="2057766" indent="0" algn="ctr">
              <a:buNone/>
              <a:defRPr sz="1800"/>
            </a:lvl5pPr>
            <a:lvl6pPr marL="2572207" indent="0" algn="ctr">
              <a:buNone/>
              <a:defRPr sz="1800"/>
            </a:lvl6pPr>
            <a:lvl7pPr marL="3086649" indent="0" algn="ctr">
              <a:buNone/>
              <a:defRPr sz="1800"/>
            </a:lvl7pPr>
            <a:lvl8pPr marL="3601090" indent="0" algn="ctr">
              <a:buNone/>
              <a:defRPr sz="1800"/>
            </a:lvl8pPr>
            <a:lvl9pPr marL="4115532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2553-65FB-BB45-947D-FF332BAA4384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8120-ED09-B945-95DC-38DC5ED6A8D9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072999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2553-65FB-BB45-947D-FF332BAA4384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8120-ED09-B945-95DC-38DC5ED6A8D9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21340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982" y="2565005"/>
            <a:ext cx="8873907" cy="4279766"/>
          </a:xfrm>
        </p:spPr>
        <p:txBody>
          <a:bodyPr anchor="b"/>
          <a:lstStyle>
            <a:lvl1pPr>
              <a:defRPr sz="67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982" y="6885259"/>
            <a:ext cx="8873907" cy="2250628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1pPr>
            <a:lvl2pPr marL="514441" indent="0">
              <a:buNone/>
              <a:defRPr sz="2250">
                <a:solidFill>
                  <a:schemeClr val="tx1">
                    <a:tint val="82000"/>
                  </a:schemeClr>
                </a:solidFill>
              </a:defRPr>
            </a:lvl2pPr>
            <a:lvl3pPr marL="1028883" indent="0">
              <a:buNone/>
              <a:defRPr sz="2025">
                <a:solidFill>
                  <a:schemeClr val="tx1">
                    <a:tint val="82000"/>
                  </a:schemeClr>
                </a:solidFill>
              </a:defRPr>
            </a:lvl3pPr>
            <a:lvl4pPr marL="1543324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4pPr>
            <a:lvl5pPr marL="2057766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5pPr>
            <a:lvl6pPr marL="257220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6pPr>
            <a:lvl7pPr marL="3086649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7pPr>
            <a:lvl8pPr marL="360109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8pPr>
            <a:lvl9pPr marL="4115532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2553-65FB-BB45-947D-FF332BAA4384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8120-ED09-B945-95DC-38DC5ED6A8D9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657345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340" y="2738860"/>
            <a:ext cx="4372650" cy="65280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598" y="2738860"/>
            <a:ext cx="4372650" cy="65280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2553-65FB-BB45-947D-FF332BAA4384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8120-ED09-B945-95DC-38DC5ED6A8D9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858258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547775"/>
            <a:ext cx="8873907" cy="1988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682" y="2522134"/>
            <a:ext cx="4352554" cy="123605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441" indent="0">
              <a:buNone/>
              <a:defRPr sz="2250" b="1"/>
            </a:lvl2pPr>
            <a:lvl3pPr marL="1028883" indent="0">
              <a:buNone/>
              <a:defRPr sz="2025" b="1"/>
            </a:lvl3pPr>
            <a:lvl4pPr marL="1543324" indent="0">
              <a:buNone/>
              <a:defRPr sz="1800" b="1"/>
            </a:lvl4pPr>
            <a:lvl5pPr marL="2057766" indent="0">
              <a:buNone/>
              <a:defRPr sz="1800" b="1"/>
            </a:lvl5pPr>
            <a:lvl6pPr marL="2572207" indent="0">
              <a:buNone/>
              <a:defRPr sz="1800" b="1"/>
            </a:lvl6pPr>
            <a:lvl7pPr marL="3086649" indent="0">
              <a:buNone/>
              <a:defRPr sz="1800" b="1"/>
            </a:lvl7pPr>
            <a:lvl8pPr marL="3601090" indent="0">
              <a:buNone/>
              <a:defRPr sz="1800" b="1"/>
            </a:lvl8pPr>
            <a:lvl9pPr marL="4115532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682" y="3758193"/>
            <a:ext cx="4352554" cy="55277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598" y="2522134"/>
            <a:ext cx="4373990" cy="123605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441" indent="0">
              <a:buNone/>
              <a:defRPr sz="2250" b="1"/>
            </a:lvl2pPr>
            <a:lvl3pPr marL="1028883" indent="0">
              <a:buNone/>
              <a:defRPr sz="2025" b="1"/>
            </a:lvl3pPr>
            <a:lvl4pPr marL="1543324" indent="0">
              <a:buNone/>
              <a:defRPr sz="1800" b="1"/>
            </a:lvl4pPr>
            <a:lvl5pPr marL="2057766" indent="0">
              <a:buNone/>
              <a:defRPr sz="1800" b="1"/>
            </a:lvl5pPr>
            <a:lvl6pPr marL="2572207" indent="0">
              <a:buNone/>
              <a:defRPr sz="1800" b="1"/>
            </a:lvl6pPr>
            <a:lvl7pPr marL="3086649" indent="0">
              <a:buNone/>
              <a:defRPr sz="1800" b="1"/>
            </a:lvl7pPr>
            <a:lvl8pPr marL="3601090" indent="0">
              <a:buNone/>
              <a:defRPr sz="1800" b="1"/>
            </a:lvl8pPr>
            <a:lvl9pPr marL="4115532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598" y="3758193"/>
            <a:ext cx="4373990" cy="55277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2553-65FB-BB45-947D-FF332BAA4384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8120-ED09-B945-95DC-38DC5ED6A8D9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681800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2553-65FB-BB45-947D-FF332BAA4384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8120-ED09-B945-95DC-38DC5ED6A8D9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373887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2553-65FB-BB45-947D-FF332BAA4384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8120-ED09-B945-95DC-38DC5ED6A8D9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22707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685906"/>
            <a:ext cx="3318337" cy="2400671"/>
          </a:xfrm>
        </p:spPr>
        <p:txBody>
          <a:bodyPr anchor="b"/>
          <a:lstStyle>
            <a:lvl1pPr>
              <a:defRPr sz="36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990" y="1481368"/>
            <a:ext cx="5208598" cy="7311566"/>
          </a:xfrm>
        </p:spPr>
        <p:txBody>
          <a:bodyPr/>
          <a:lstStyle>
            <a:lvl1pPr>
              <a:defRPr sz="3601"/>
            </a:lvl1pPr>
            <a:lvl2pPr>
              <a:defRPr sz="3151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681" y="3086576"/>
            <a:ext cx="3318337" cy="5718265"/>
          </a:xfrm>
        </p:spPr>
        <p:txBody>
          <a:bodyPr/>
          <a:lstStyle>
            <a:lvl1pPr marL="0" indent="0">
              <a:buNone/>
              <a:defRPr sz="1800"/>
            </a:lvl1pPr>
            <a:lvl2pPr marL="514441" indent="0">
              <a:buNone/>
              <a:defRPr sz="1575"/>
            </a:lvl2pPr>
            <a:lvl3pPr marL="1028883" indent="0">
              <a:buNone/>
              <a:defRPr sz="1350"/>
            </a:lvl3pPr>
            <a:lvl4pPr marL="1543324" indent="0">
              <a:buNone/>
              <a:defRPr sz="1125"/>
            </a:lvl4pPr>
            <a:lvl5pPr marL="2057766" indent="0">
              <a:buNone/>
              <a:defRPr sz="1125"/>
            </a:lvl5pPr>
            <a:lvl6pPr marL="2572207" indent="0">
              <a:buNone/>
              <a:defRPr sz="1125"/>
            </a:lvl6pPr>
            <a:lvl7pPr marL="3086649" indent="0">
              <a:buNone/>
              <a:defRPr sz="1125"/>
            </a:lvl7pPr>
            <a:lvl8pPr marL="3601090" indent="0">
              <a:buNone/>
              <a:defRPr sz="1125"/>
            </a:lvl8pPr>
            <a:lvl9pPr marL="4115532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2553-65FB-BB45-947D-FF332BAA4384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8120-ED09-B945-95DC-38DC5ED6A8D9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088578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685906"/>
            <a:ext cx="3318337" cy="2400671"/>
          </a:xfrm>
        </p:spPr>
        <p:txBody>
          <a:bodyPr anchor="b"/>
          <a:lstStyle>
            <a:lvl1pPr>
              <a:defRPr sz="36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73990" y="1481368"/>
            <a:ext cx="5208598" cy="7311566"/>
          </a:xfrm>
        </p:spPr>
        <p:txBody>
          <a:bodyPr anchor="t"/>
          <a:lstStyle>
            <a:lvl1pPr marL="0" indent="0">
              <a:buNone/>
              <a:defRPr sz="3601"/>
            </a:lvl1pPr>
            <a:lvl2pPr marL="514441" indent="0">
              <a:buNone/>
              <a:defRPr sz="3151"/>
            </a:lvl2pPr>
            <a:lvl3pPr marL="1028883" indent="0">
              <a:buNone/>
              <a:defRPr sz="2700"/>
            </a:lvl3pPr>
            <a:lvl4pPr marL="1543324" indent="0">
              <a:buNone/>
              <a:defRPr sz="2250"/>
            </a:lvl4pPr>
            <a:lvl5pPr marL="2057766" indent="0">
              <a:buNone/>
              <a:defRPr sz="2250"/>
            </a:lvl5pPr>
            <a:lvl6pPr marL="2572207" indent="0">
              <a:buNone/>
              <a:defRPr sz="2250"/>
            </a:lvl6pPr>
            <a:lvl7pPr marL="3086649" indent="0">
              <a:buNone/>
              <a:defRPr sz="2250"/>
            </a:lvl7pPr>
            <a:lvl8pPr marL="3601090" indent="0">
              <a:buNone/>
              <a:defRPr sz="2250"/>
            </a:lvl8pPr>
            <a:lvl9pPr marL="4115532" indent="0">
              <a:buNone/>
              <a:defRPr sz="22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681" y="3086576"/>
            <a:ext cx="3318337" cy="5718265"/>
          </a:xfrm>
        </p:spPr>
        <p:txBody>
          <a:bodyPr/>
          <a:lstStyle>
            <a:lvl1pPr marL="0" indent="0">
              <a:buNone/>
              <a:defRPr sz="1800"/>
            </a:lvl1pPr>
            <a:lvl2pPr marL="514441" indent="0">
              <a:buNone/>
              <a:defRPr sz="1575"/>
            </a:lvl2pPr>
            <a:lvl3pPr marL="1028883" indent="0">
              <a:buNone/>
              <a:defRPr sz="1350"/>
            </a:lvl3pPr>
            <a:lvl4pPr marL="1543324" indent="0">
              <a:buNone/>
              <a:defRPr sz="1125"/>
            </a:lvl4pPr>
            <a:lvl5pPr marL="2057766" indent="0">
              <a:buNone/>
              <a:defRPr sz="1125"/>
            </a:lvl5pPr>
            <a:lvl6pPr marL="2572207" indent="0">
              <a:buNone/>
              <a:defRPr sz="1125"/>
            </a:lvl6pPr>
            <a:lvl7pPr marL="3086649" indent="0">
              <a:buNone/>
              <a:defRPr sz="1125"/>
            </a:lvl7pPr>
            <a:lvl8pPr marL="3601090" indent="0">
              <a:buNone/>
              <a:defRPr sz="1125"/>
            </a:lvl8pPr>
            <a:lvl9pPr marL="4115532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2553-65FB-BB45-947D-FF332BAA4384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8120-ED09-B945-95DC-38DC5ED6A8D9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693195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2553-65FB-BB45-947D-FF332BAA4384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8120-ED09-B945-95DC-38DC5ED6A8D9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295730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2771" y="547772"/>
            <a:ext cx="2218477" cy="87191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341" y="547772"/>
            <a:ext cx="6526823" cy="87191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2553-65FB-BB45-947D-FF332BAA4384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18120-ED09-B945-95DC-38DC5ED6A8D9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79954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341" y="547775"/>
            <a:ext cx="8873907" cy="1988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341" y="2738860"/>
            <a:ext cx="8873907" cy="6528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7341" y="9535999"/>
            <a:ext cx="2314932" cy="547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DF2553-65FB-BB45-947D-FF332BAA4384}" type="datetimeFigureOut">
              <a:rPr lang="en-MX" smtClean="0"/>
              <a:t>09/04/26</a:t>
            </a:fld>
            <a:endParaRPr lang="en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8095" y="9535999"/>
            <a:ext cx="3472398" cy="547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6315" y="9535999"/>
            <a:ext cx="2314932" cy="547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818120-ED09-B945-95DC-38DC5ED6A8D9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570215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28883" rtl="0" eaLnBrk="1" latinLnBrk="0" hangingPunct="1">
        <a:lnSpc>
          <a:spcPct val="90000"/>
        </a:lnSpc>
        <a:spcBef>
          <a:spcPct val="0"/>
        </a:spcBef>
        <a:buNone/>
        <a:defRPr sz="49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21" indent="-257221" algn="l" defTabSz="1028883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1" kern="1200">
          <a:solidFill>
            <a:schemeClr val="tx1"/>
          </a:solidFill>
          <a:latin typeface="+mn-lt"/>
          <a:ea typeface="+mn-ea"/>
          <a:cs typeface="+mn-cs"/>
        </a:defRPr>
      </a:lvl1pPr>
      <a:lvl2pPr marL="771662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6104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545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986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9428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869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8311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2752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441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883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324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766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2207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649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1090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5532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68E07D-439A-CB96-34CE-9AA9B0DDCE4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15096" y="-115096"/>
            <a:ext cx="10518779" cy="10518779"/>
            <a:chOff x="-115096" y="-115096"/>
            <a:chExt cx="10518779" cy="1051877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584C178-66D3-F4D0-945B-0D9E0306EC3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15096" y="-115096"/>
              <a:ext cx="10518779" cy="10518779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7EAB0D-A43E-0DDC-A80A-4FEA047006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16968" y="4710134"/>
              <a:ext cx="405114" cy="693757"/>
            </a:xfrm>
            <a:prstGeom prst="rect">
              <a:avLst/>
            </a:prstGeom>
            <a:solidFill>
              <a:srgbClr val="151D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X"/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09428C0F-C4AF-2AC5-5965-50789FDA48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06" y="4508277"/>
            <a:ext cx="6302375" cy="2484437"/>
          </a:xfrm>
        </p:spPr>
        <p:txBody>
          <a:bodyPr>
            <a:normAutofit/>
          </a:bodyPr>
          <a:lstStyle/>
          <a:p>
            <a:r>
              <a:rPr lang="en-MX" sz="4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Speaker Name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0ED31C1-7C2F-B7F3-8A4A-E9C415570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006" y="964443"/>
            <a:ext cx="6302375" cy="3581953"/>
          </a:xfrm>
        </p:spPr>
        <p:txBody>
          <a:bodyPr/>
          <a:lstStyle/>
          <a:p>
            <a:r>
              <a:rPr lang="en-MX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DevChat Title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6C59539-FB4A-A6DC-66C5-1634D45A7065}"/>
              </a:ext>
            </a:extLst>
          </p:cNvPr>
          <p:cNvSpPr txBox="1">
            <a:spLocks/>
          </p:cNvSpPr>
          <p:nvPr/>
        </p:nvSpPr>
        <p:spPr>
          <a:xfrm>
            <a:off x="1794469" y="6992714"/>
            <a:ext cx="4818912" cy="799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028883" rtl="0" eaLnBrk="1" latinLnBrk="0" hangingPunct="1">
              <a:lnSpc>
                <a:spcPct val="90000"/>
              </a:lnSpc>
              <a:spcBef>
                <a:spcPts val="112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441" indent="0" algn="ctr" defTabSz="1028883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None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883" indent="0" algn="ctr" defTabSz="1028883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None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324" indent="0" algn="ctr" defTabSz="1028883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766" indent="0" algn="ctr" defTabSz="1028883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72207" indent="0" algn="ctr" defTabSz="1028883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86649" indent="0" algn="ctr" defTabSz="1028883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1090" indent="0" algn="ctr" defTabSz="1028883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5532" indent="0" algn="ctr" defTabSz="1028883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MX" sz="3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Nerdearla Chile</a:t>
            </a:r>
          </a:p>
        </p:txBody>
      </p:sp>
    </p:spTree>
    <p:extLst>
      <p:ext uri="{BB962C8B-B14F-4D97-AF65-F5344CB8AC3E}">
        <p14:creationId xmlns:p14="http://schemas.microsoft.com/office/powerpoint/2010/main" val="1113628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Theme</vt:lpstr>
      <vt:lpstr>DevChat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Bricio, Alejandra</dc:creator>
  <cp:lastModifiedBy>Bricio, Alejandra</cp:lastModifiedBy>
  <cp:revision>1</cp:revision>
  <dcterms:created xsi:type="dcterms:W3CDTF">2026-04-09T17:02:08Z</dcterms:created>
  <dcterms:modified xsi:type="dcterms:W3CDTF">2026-04-09T17:10:44Z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2026-04-09T17:10:44Z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48595091-eebe-4a95-8fec-2770dc4048e7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